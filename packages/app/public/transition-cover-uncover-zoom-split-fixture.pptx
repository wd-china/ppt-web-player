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 type="screen4x3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1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ANIMATED POWERPOINT TEMPLATE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49808" y="1207008"/>
            <a:ext cx="630936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动态演示模板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786384" y="21488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已配置：页面转场、对象入场动画、自动播放节奏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312724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0D2545">
              <a:alpha val="90000"/>
            </a:srgbClr>
          </a:solidFill>
          <a:ln w="8890">
            <a:solidFill>
              <a:srgbClr val="55D4FF">
                <a:alpha val="7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32278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F3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Fade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48840" y="312724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0D2545">
              <a:alpha val="90000"/>
            </a:srgbClr>
          </a:solidFill>
          <a:ln w="8890">
            <a:solidFill>
              <a:srgbClr val="55D4FF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58568" y="32278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F3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Wipe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312724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0D2545">
              <a:alpha val="90000"/>
            </a:srgbClr>
          </a:solidFill>
          <a:ln w="8890">
            <a:solidFill>
              <a:srgbClr val="55D4FF">
                <a:alpha val="7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84448" y="322783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F3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Push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886200"/>
            <a:ext cx="52120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适合直接替换标题与要点，用作产品发布、项目汇报或创意提案。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01</a:t>
            </a:r>
            <a:endParaRPr lang="en-US" sz="1000" dirty="0"/>
          </a:p>
        </p:txBody>
      </p:sp>
    </p:spTree>
  </p:cSld>
  <p:clrMapOvr>
    <a:masterClrMapping/>
  </p:clrMapOvr>
  <p:transition spd="med" advTm="6000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2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01  ·  VISUAL RHYTHM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85800" y="1051560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让内容按节奏出现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13232" y="1810512"/>
            <a:ext cx="65836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每个要点采用“逐条淡入”，观众注意力随讲述向前移动。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542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BE3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262890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14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298448" y="25237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背景先稳定场景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98448" y="28895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进入时已经有氛围，不需要额外解释。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9808" y="34564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BE3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54330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14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02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298448" y="34381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标题先入场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98448" y="38039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用 0.6 秒建立本页主题。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49808" y="43708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BE3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445770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314A"/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03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298448" y="435254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要点阶梯出现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98448" y="4718304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每条延迟 0.25 秒，形成自然节奏。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02</a:t>
            </a:r>
            <a:endParaRPr lang="en-US" sz="1000" dirty="0"/>
          </a:p>
        </p:txBody>
      </p:sp>
    </p:spTree>
  </p:cSld>
  <p:clrMapOvr>
    <a:masterClrMapping/>
  </p:clrMapOvr>
  <p:transition spd="med" advTm="6000">
    <p:cover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3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02  ·  STORY PATH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76656" y="1051560"/>
            <a:ext cx="576072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信息路径更清晰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04088" y="1755648"/>
            <a:ext cx="68580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用一条“发现 → 组织 → 呈现”的路径，把故事推进变得可见。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41248" y="4434840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041B2F">
              <a:alpha val="92000"/>
            </a:srgbClr>
          </a:solidFill>
          <a:ln w="12700">
            <a:solidFill>
              <a:srgbClr val="72F2FF">
                <a:alpha val="8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4562856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发现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0976" y="4882896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BFE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输入问题与目标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081528" y="3995928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041B2F">
              <a:alpha val="92000"/>
            </a:srgbClr>
          </a:solidFill>
          <a:ln w="12700">
            <a:solidFill>
              <a:srgbClr val="72F2FF">
                <a:alpha val="8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27832" y="4123944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组织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191256" y="4443984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BFE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提炼结构与逻辑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5321808" y="3557016"/>
            <a:ext cx="1664208" cy="749808"/>
          </a:xfrm>
          <a:prstGeom prst="roundRect">
            <a:avLst>
              <a:gd name="adj" fmla="val 14634"/>
            </a:avLst>
          </a:prstGeom>
          <a:solidFill>
            <a:srgbClr val="041B2F">
              <a:alpha val="92000"/>
            </a:srgbClr>
          </a:solidFill>
          <a:ln w="12700">
            <a:solidFill>
              <a:srgbClr val="72F2FF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8112" y="3685032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呈现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31536" y="4005072"/>
            <a:ext cx="14447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BFE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输出可交付页面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03</a:t>
            </a:r>
            <a:endParaRPr lang="en-US" sz="1000" dirty="0"/>
          </a:p>
        </p:txBody>
      </p:sp>
    </p:spTree>
  </p:cSld>
  <p:clrMapOvr>
    <a:masterClrMapping/>
  </p:clrMapOvr>
  <p:transition spd="fast" advTm="5000">
    <p:pull dir="l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4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4008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03  ·  KEY MOMENT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" y="1051560"/>
            <a:ext cx="557784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把结论放到高光处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94944" y="1755648"/>
            <a:ext cx="54864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页面动画应服务于重点，而不是抢走重点。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816352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核心结论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86384" y="3319272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8F7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一页只突出一个“必须被记住”的判断；其他信息围绕它展开。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6384" y="4553712"/>
            <a:ext cx="5303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CEB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推荐动画：标题淡入 → 结论浮入 → 解释延迟出现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04</a:t>
            </a:r>
            <a:endParaRPr lang="en-US" sz="1000" dirty="0"/>
          </a:p>
        </p:txBody>
      </p:sp>
    </p:spTree>
  </p:cSld>
  <p:clrMapOvr>
    <a:masterClrMapping/>
  </p:clrMapOvr>
  <p:transition spd="slow" advTm="7000"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bg_5.jpg"/>
          <p:cNvPicPr>
            <a:picLocks noChangeAspect="1"/>
          </p:cNvPicPr>
          <p:nvPr/>
        </p:nvPicPr>
        <p:blipFill>
          <a:blip r:embed="rId1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80467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E8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READY TO PRESENT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" y="141732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谢谢观看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94944" y="2322576"/>
            <a:ext cx="594360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FE9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你可以直接替换文本、图片与配色，动画和转场会保留。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3232" y="525780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BFF"/>
                </a:solidFill>
                <a:latin typeface="Microsoft YaHei" pitchFamily="34" charset="0"/>
                <a:ea typeface="Microsoft YaHei" pitchFamily="34" charset="0"/>
                <a:cs typeface="Microsoft YaHei" pitchFamily="34" charset="0"/>
              </a:rPr>
              <a:t>提示：放映时每页都有转场，页内对象按顺序入场。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01400" y="626364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E8FF">
                    <a:alpha val="85000"/>
                  </a:srgbClr>
                </a:solidFill>
                <a:latin typeface="Aptos" pitchFamily="34" charset="0"/>
                <a:ea typeface="Aptos" pitchFamily="34" charset="0"/>
                <a:cs typeface="Aptos" pitchFamily="34" charset="0"/>
              </a:rPr>
              <a:t>05</a:t>
            </a:r>
            <a:endParaRPr lang="en-US" sz="1000" dirty="0"/>
          </a:p>
        </p:txBody>
      </p:sp>
    </p:spTree>
  </p:cSld>
  <p:clrMapOvr>
    <a:masterClrMapping/>
  </p:clrMapOvr>
  <p:transition spd="med" advTm="6500">
    <p:split orient="vert" dir="ou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Arial</vt:lpstr>
      <vt:lpstr>宋体</vt:lpstr>
      <vt:lpstr>Wingdings</vt:lpstr>
      <vt:lpstr>Microsoft YaHei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动态演示模板</dc:title>
  <dc:creator>北鼻</dc:creator>
  <dc:subject>Animated PowerPoint demo with transitions and object animations</dc:subject>
  <cp:lastModifiedBy>iPhone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813FBD6D2C5C2136E3EAEC69027F33C4_31</vt:lpwstr>
  </property>
  <property fmtid="{D5CDD505-2E9C-101B-9397-08002B2CF9AE}" pid="3" name="KSOProductBuildVer">
    <vt:lpwstr>2052-12.43.1</vt:lpwstr>
  </property>
</Properties>
</file>