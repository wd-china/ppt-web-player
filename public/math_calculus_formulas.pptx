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9E8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21792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微积分公式速览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0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从极限到优化：用公式描述变化、累积与近似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8040" y="1052798"/>
            <a:ext cx="4069080" cy="7290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600" y="2534510"/>
            <a:ext cx="4160520" cy="92029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5800" y="2286000"/>
            <a:ext cx="5257800" cy="713232"/>
          </a:xfrm>
          <a:prstGeom prst="roundRect">
            <a:avLst>
              <a:gd name="adj" fmla="val 6410"/>
            </a:avLst>
          </a:prstGeom>
          <a:solidFill>
            <a:srgbClr val="D9E8FF">
              <a:alpha val="95000"/>
            </a:srgbClr>
          </a:solidFill>
          <a:ln w="10160">
            <a:solidFill>
              <a:srgbClr val="D9E8FF">
                <a:alpha val="7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2414016"/>
            <a:ext cx="4892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核心直觉：导数刻画瞬时变化率，积分刻画总累积。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9E8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极限与连续性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函数局部行为的起点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6304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极限定义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35471"/>
            <a:ext cx="10277856" cy="48043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28803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3017520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连续性判据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399230"/>
            <a:ext cx="4562856" cy="4161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55080" y="2880360"/>
            <a:ext cx="50932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56248" y="3017520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常用极限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310" y="3355848"/>
            <a:ext cx="1420749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4681728"/>
            <a:ext cx="9966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极限解决“接近但不等于”的问题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连续性让局部近似与函数值一致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很多导数公式都从极限定义推出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9E8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导数规则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组合函数的变化率可以分解计算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63040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乘积法则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0151"/>
            <a:ext cx="2825496" cy="40364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07408" y="1325880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8576" y="1463040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商法则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918" y="1801368"/>
            <a:ext cx="1712541" cy="5212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38160" y="1325880"/>
            <a:ext cx="331927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39328" y="1463040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链式法则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4192" y="1932608"/>
            <a:ext cx="2807208" cy="25872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58368" y="306324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基础导数表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5015" y="3538728"/>
            <a:ext cx="5016627" cy="5029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60120" y="4773168"/>
            <a:ext cx="10058400" cy="658368"/>
          </a:xfrm>
          <a:prstGeom prst="roundRect">
            <a:avLst>
              <a:gd name="adj" fmla="val 6944"/>
            </a:avLst>
          </a:prstGeom>
          <a:solidFill>
            <a:srgbClr val="D9E8FF">
              <a:alpha val="95000"/>
            </a:srgbClr>
          </a:solidFill>
          <a:ln w="10160">
            <a:solidFill>
              <a:srgbClr val="D9E8FF">
                <a:alpha val="7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143000" y="4901184"/>
            <a:ext cx="9692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使用策略：先识别函数结构，再选择乘积、商或链式法则。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9E8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积分与微积分基本定理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从局部变化反推总体累积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定积分的黎曼和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94688" y="1709928"/>
            <a:ext cx="3276600" cy="685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08192" y="12344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371600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基本定理（一）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0039" y="1709928"/>
            <a:ext cx="2805545" cy="685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063240"/>
            <a:ext cx="10789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基本定理（二）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1350" y="3538728"/>
            <a:ext cx="2703957" cy="429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4681728"/>
            <a:ext cx="1033272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定积分可看作“无限细分后的求和”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原函数把积分问题转化为端点计算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面积、功、概率密度累积都可用积分建模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9E8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泰勒展开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用多项式近似复杂函数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10789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泰勒公式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1852" y="1709928"/>
            <a:ext cx="2842953" cy="5212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288036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301752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指数函数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368040"/>
            <a:ext cx="2889504" cy="5242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07408" y="288036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08576" y="301752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正弦函数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5556" y="3355848"/>
            <a:ext cx="284527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138160" y="2880360"/>
            <a:ext cx="33192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39328" y="3017520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对数函数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94192" y="3398923"/>
            <a:ext cx="2807208" cy="46249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41248" y="4800600"/>
            <a:ext cx="10515600" cy="658368"/>
          </a:xfrm>
          <a:prstGeom prst="roundRect">
            <a:avLst>
              <a:gd name="adj" fmla="val 6944"/>
            </a:avLst>
          </a:prstGeom>
          <a:solidFill>
            <a:srgbClr val="D9E8FF">
              <a:alpha val="95000"/>
            </a:srgbClr>
          </a:solidFill>
          <a:ln w="10160">
            <a:solidFill>
              <a:srgbClr val="D9E8FF">
                <a:alpha val="7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024128" y="4928616"/>
            <a:ext cx="101498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工程意义：用低阶多项式替代难算函数，获得可解释的近似。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9E8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多元函数与优化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梯度指出最快上升方向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188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25880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梯度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7597" y="1664208"/>
            <a:ext cx="4770783" cy="731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08192" y="1188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325880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梯度下降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4224" y="1770346"/>
            <a:ext cx="4837176" cy="51924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108960"/>
            <a:ext cx="10789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BFD2EA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4612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3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二阶判别思路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07185" y="3584448"/>
            <a:ext cx="8692286" cy="448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4736592"/>
            <a:ext cx="100584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偏导数衡量单一坐标方向变化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梯度把所有方向信息汇总成向量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2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Hessian 矩阵刻画曲率与极值类型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数学公式演示</dc:subject>
  <dc:creator>OpenAI</dc:creator>
  <cp:lastModifiedBy>OpenAI</cp:lastModifiedBy>
  <cp:revision>1</cp:revision>
  <dcterms:created xsi:type="dcterms:W3CDTF">2026-04-24T03:14:09Z</dcterms:created>
  <dcterms:modified xsi:type="dcterms:W3CDTF">2026-04-24T03:14:09Z</dcterms:modified>
</cp:coreProperties>
</file>