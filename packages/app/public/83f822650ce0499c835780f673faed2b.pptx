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65" r:id="rId5"/>
    <p:sldId id="257" r:id="rId6"/>
    <p:sldId id="266" r:id="rId7"/>
    <p:sldId id="258" r:id="rId8"/>
    <p:sldId id="268" r:id="rId9"/>
    <p:sldId id="267" r:id="rId10"/>
    <p:sldId id="269" r:id="rId11"/>
    <p:sldId id="27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showGuides="1">
      <p:cViewPr varScale="1">
        <p:scale>
          <a:sx n="55" d="100"/>
          <a:sy n="55" d="100"/>
        </p:scale>
        <p:origin x="84" y="1110"/>
      </p:cViewPr>
      <p:guideLst>
        <p:guide orient="horz" pos="2163"/>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B2C4912-628D-44F0-BA69-10462C5568D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09C8EC-2711-41A2-BD0E-68AAE4AB545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C4912-628D-44F0-BA69-10462C5568D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09C8EC-2711-41A2-BD0E-68AAE4AB545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322962"/>
            <a:ext cx="9144000" cy="2187001"/>
          </a:xfrm>
        </p:spPr>
        <p:txBody>
          <a:bodyPr/>
          <a:lstStyle/>
          <a:p>
            <a:r>
              <a:rPr lang="en-US" dirty="0">
                <a:effectLst/>
              </a:rPr>
              <a:t>Presenti AI - Smart Presentation</a:t>
            </a:r>
            <a:endParaRPr lang="zh-CN" altLang="en-US" dirty="0">
              <a:effectLst/>
            </a:endParaRPr>
          </a:p>
        </p:txBody>
      </p:sp>
      <p:sp>
        <p:nvSpPr>
          <p:cNvPr id="5" name="副标题 4"/>
          <p:cNvSpPr>
            <a:spLocks noGrp="1"/>
          </p:cNvSpPr>
          <p:nvPr>
            <p:ph type="subTitle" idx="1"/>
          </p:nvPr>
        </p:nvSpPr>
        <p:spPr>
          <a:xfrm>
            <a:off x="1524000" y="3602038"/>
            <a:ext cx="9144000" cy="1655762"/>
          </a:xfrm>
        </p:spPr>
        <p:txBody>
          <a:bodyPr/>
          <a:lstStyle/>
          <a:p>
            <a:r>
              <a:rPr lang="en-US" altLang="zh-CN" dirty="0">
                <a:latin typeface="+mn-lt"/>
              </a:rPr>
              <a:t>Report</a:t>
            </a:r>
            <a:r>
              <a:rPr lang="zh-CN" altLang="en-US" dirty="0">
                <a:latin typeface="+mn-lt"/>
              </a:rPr>
              <a:t>：</a:t>
            </a:r>
            <a:r>
              <a:rPr lang="en-US" altLang="zh-CN" dirty="0">
                <a:latin typeface="+mn-lt"/>
              </a:rPr>
              <a:t>Presenti AI</a:t>
            </a:r>
            <a:endParaRPr lang="en-US" altLang="zh-CN"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Content</a:t>
            </a:r>
            <a:endParaRPr lang="en-US" altLang="zh-CN" dirty="0"/>
          </a:p>
        </p:txBody>
      </p:sp>
      <p:sp>
        <p:nvSpPr>
          <p:cNvPr id="3" name="内容占位符 2"/>
          <p:cNvSpPr>
            <a:spLocks noGrp="1"/>
          </p:cNvSpPr>
          <p:nvPr>
            <p:ph idx="1"/>
          </p:nvPr>
        </p:nvSpPr>
        <p:spPr/>
        <p:txBody>
          <a:bodyPr/>
          <a:lstStyle/>
          <a:p>
            <a:r>
              <a:rPr lang="en-US" altLang="zh-CN" dirty="0"/>
              <a:t>01 Product Introduction</a:t>
            </a:r>
            <a:endParaRPr lang="zh-CN" altLang="en-US" dirty="0"/>
          </a:p>
          <a:p>
            <a:r>
              <a:rPr lang="en-US" altLang="zh-CN" dirty="0"/>
              <a:t>02 What We </a:t>
            </a:r>
            <a:r>
              <a:rPr lang="en-US" altLang="zh-CN" dirty="0">
                <a:sym typeface="+mn-ea"/>
              </a:rPr>
              <a:t>Can </a:t>
            </a:r>
            <a:r>
              <a:rPr lang="en-US" altLang="zh-CN" dirty="0"/>
              <a:t>Do</a:t>
            </a:r>
            <a:endParaRPr lang="zh-CN" altLang="en-US" dirty="0"/>
          </a:p>
          <a:p>
            <a:r>
              <a:rPr lang="en-US" altLang="zh-CN" dirty="0"/>
              <a:t>03 About P</a:t>
            </a:r>
            <a:r>
              <a:rPr lang="en-US" altLang="zh-CN" dirty="0"/>
              <a:t>resenti AI Team</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7085" y="2999740"/>
            <a:ext cx="9066530" cy="1072515"/>
          </a:xfrm>
        </p:spPr>
        <p:txBody>
          <a:bodyPr>
            <a:normAutofit lnSpcReduction="20000"/>
          </a:bodyPr>
          <a:lstStyle/>
          <a:p>
            <a:pPr marL="0" indent="0">
              <a:buNone/>
            </a:pPr>
            <a:r>
              <a:rPr lang="en-US" sz="4000" dirty="0"/>
              <a:t>Chapter1. </a:t>
            </a:r>
            <a:r>
              <a:rPr lang="en-US" altLang="zh-CN" sz="4000" dirty="0">
                <a:sym typeface="+mn-ea"/>
              </a:rPr>
              <a:t>Product Introduction</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Product Introduction</a:t>
            </a:r>
            <a:endParaRPr lang="zh-CN" altLang="en-US"/>
          </a:p>
        </p:txBody>
      </p:sp>
      <p:sp>
        <p:nvSpPr>
          <p:cNvPr id="3" name="内容占位符 2"/>
          <p:cNvSpPr>
            <a:spLocks noGrp="1"/>
          </p:cNvSpPr>
          <p:nvPr>
            <p:ph idx="1"/>
          </p:nvPr>
        </p:nvSpPr>
        <p:spPr>
          <a:xfrm>
            <a:off x="469265" y="2044700"/>
            <a:ext cx="4817745" cy="2208530"/>
          </a:xfrm>
        </p:spPr>
        <p:txBody>
          <a:bodyPr>
            <a:noAutofit/>
          </a:bodyPr>
          <a:lstStyle/>
          <a:p>
            <a:pPr marL="0" indent="0" algn="l">
              <a:buNone/>
            </a:pPr>
            <a:r>
              <a:rPr lang="en-US" altLang="zh-CN" sz="1500"/>
              <a:t>Presenti AI is a presentation creation tool powered by advanced AI. It streamlines the process of organizing content and building polished, complete presentations in minutes.​</a:t>
            </a:r>
            <a:endParaRPr lang="en-US" altLang="zh-CN" sz="1500"/>
          </a:p>
          <a:p>
            <a:pPr marL="0" indent="0" algn="l">
              <a:buNone/>
            </a:pPr>
            <a:endParaRPr lang="en-US" altLang="zh-CN" sz="1500"/>
          </a:p>
        </p:txBody>
      </p:sp>
      <p:graphicFrame>
        <p:nvGraphicFramePr>
          <p:cNvPr id="4" name="表格 3"/>
          <p:cNvGraphicFramePr>
            <a:graphicFrameLocks noGrp="1"/>
          </p:cNvGraphicFramePr>
          <p:nvPr>
            <p:custDataLst>
              <p:tags r:id="rId1"/>
            </p:custDataLst>
          </p:nvPr>
        </p:nvGraphicFramePr>
        <p:xfrm>
          <a:off x="5655945" y="2044700"/>
          <a:ext cx="6201410" cy="1627505"/>
        </p:xfrm>
        <a:graphic>
          <a:graphicData uri="http://schemas.openxmlformats.org/drawingml/2006/table">
            <a:tbl>
              <a:tblPr firstRow="1" bandRow="1">
                <a:tableStyleId>{5C22544A-7EE6-4342-B048-85BDC9FD1C3A}</a:tableStyleId>
              </a:tblPr>
              <a:tblGrid>
                <a:gridCol w="1463040"/>
                <a:gridCol w="4738370"/>
              </a:tblGrid>
              <a:tr h="438785">
                <a:tc>
                  <a:txBody>
                    <a:bodyPr/>
                    <a:p>
                      <a:pPr>
                        <a:buNone/>
                      </a:pPr>
                      <a:r>
                        <a:rPr lang="en-US" altLang="zh-CN" sz="1200" dirty="0"/>
                        <a:t>Category</a:t>
                      </a:r>
                      <a:endParaRPr lang="en-US" altLang="zh-CN" sz="1200" dirty="0"/>
                    </a:p>
                  </a:txBody>
                  <a:tcPr/>
                </a:tc>
                <a:tc>
                  <a:txBody>
                    <a:bodyPr/>
                    <a:p>
                      <a:r>
                        <a:rPr lang="en-US" altLang="zh-CN" sz="1200" dirty="0"/>
                        <a:t>Key Details</a:t>
                      </a:r>
                      <a:endParaRPr lang="en-US" altLang="zh-CN" sz="1200" dirty="0"/>
                    </a:p>
                  </a:txBody>
                  <a:tcPr/>
                </a:tc>
              </a:tr>
              <a:tr h="365760">
                <a:tc>
                  <a:txBody>
                    <a:bodyPr/>
                    <a:p>
                      <a:pPr>
                        <a:buNone/>
                      </a:pPr>
                      <a:r>
                        <a:rPr lang="en-US" altLang="zh-CN" sz="1200" dirty="0">
                          <a:sym typeface="+mn-ea"/>
                        </a:rPr>
                        <a:t>Key Features </a:t>
                      </a:r>
                      <a:endParaRPr lang="en-US" altLang="zh-CN" sz="1200" dirty="0">
                        <a:sym typeface="+mn-ea"/>
                      </a:endParaRPr>
                    </a:p>
                  </a:txBody>
                  <a:tcPr/>
                </a:tc>
                <a:tc>
                  <a:txBody>
                    <a:bodyPr/>
                    <a:p>
                      <a:r>
                        <a:rPr lang="en-US" altLang="zh-CN" sz="1200" dirty="0"/>
                        <a:t>AI-powered tools: 1-click PPT outline generation, text-to-PPT, file-to-PPT conversion, smart formatting, AI text optimization</a:t>
                      </a:r>
                      <a:endParaRPr lang="en-US" altLang="zh-CN" sz="1200" dirty="0"/>
                    </a:p>
                  </a:txBody>
                  <a:tcPr/>
                </a:tc>
              </a:tr>
              <a:tr h="365760">
                <a:tc>
                  <a:txBody>
                    <a:bodyPr/>
                    <a:p>
                      <a:pPr>
                        <a:buNone/>
                      </a:pPr>
                      <a:r>
                        <a:rPr lang="en-US" altLang="zh-CN" sz="1200" dirty="0" err="1"/>
                        <a:t>Innovations</a:t>
                      </a:r>
                      <a:endParaRPr lang="en-US" altLang="zh-CN" sz="1200" dirty="0" err="1"/>
                    </a:p>
                  </a:txBody>
                  <a:tcPr/>
                </a:tc>
                <a:tc>
                  <a:txBody>
                    <a:bodyPr/>
                    <a:p>
                      <a:r>
                        <a:rPr lang="en-US" altLang="zh-CN" sz="1200" dirty="0" err="1"/>
                        <a:t>AI-driven automation replaces manual formatting/creation- Seamless mix of AI functionality and user-friendly collaboration (online editing, cloud sync)</a:t>
                      </a:r>
                      <a:endParaRPr lang="en-US" altLang="zh-CN" sz="1200" dirty="0" err="1"/>
                    </a:p>
                  </a:txBody>
                  <a:tcPr/>
                </a:tc>
              </a:tr>
              <a:tr h="365760">
                <a:tc>
                  <a:txBody>
                    <a:bodyPr/>
                    <a:p>
                      <a:pPr>
                        <a:buNone/>
                      </a:pPr>
                      <a:r>
                        <a:rPr lang="en-US" altLang="zh-CN" sz="1200" dirty="0"/>
                        <a:t>Target Audience</a:t>
                      </a:r>
                      <a:endParaRPr lang="en-US" altLang="zh-CN" sz="1200" dirty="0"/>
                    </a:p>
                  </a:txBody>
                  <a:tcPr/>
                </a:tc>
                <a:tc>
                  <a:txBody>
                    <a:bodyPr/>
                    <a:p>
                      <a:r>
                        <a:rPr lang="en-US" altLang="zh-CN" sz="1200" dirty="0"/>
                        <a:t>Individuals (beginners/non-designers), students, teachers, enterprises, teams needing efficient PPT creation)</a:t>
                      </a:r>
                      <a:endParaRPr lang="en-US" altLang="zh-CN" sz="1200"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69076" y="3000054"/>
            <a:ext cx="4987248" cy="1072668"/>
          </a:xfrm>
        </p:spPr>
        <p:txBody>
          <a:bodyPr>
            <a:normAutofit/>
          </a:bodyPr>
          <a:lstStyle/>
          <a:p>
            <a:pPr marL="0" indent="0">
              <a:buNone/>
            </a:pPr>
            <a:r>
              <a:rPr lang="en-US" altLang="zh-CN"/>
              <a:t>Chapter 2. What We Can Do</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页标题"/>
          <p:cNvSpPr>
            <a:spLocks noGrp="1"/>
          </p:cNvSpPr>
          <p:nvPr>
            <p:ph type="title"/>
          </p:nvPr>
        </p:nvSpPr>
        <p:spPr>
          <a:xfrm>
            <a:off x="536542" y="135823"/>
            <a:ext cx="10515600" cy="1325563"/>
          </a:xfrm>
        </p:spPr>
        <p:txBody>
          <a:bodyPr/>
          <a:lstStyle/>
          <a:p>
            <a:r>
              <a:rPr lang="en-US" altLang="zh-CN">
                <a:sym typeface="+mn-ea"/>
              </a:rPr>
              <a:t>What We Can Do</a:t>
            </a:r>
            <a:endParaRPr lang="zh-CN" altLang="en-US" dirty="0"/>
          </a:p>
        </p:txBody>
      </p:sp>
      <p:sp>
        <p:nvSpPr>
          <p:cNvPr id="7" name="副标题1"/>
          <p:cNvSpPr txBox="1"/>
          <p:nvPr/>
        </p:nvSpPr>
        <p:spPr>
          <a:xfrm>
            <a:off x="340995" y="1461135"/>
            <a:ext cx="4034155" cy="953135"/>
          </a:xfrm>
          <a:prstGeom prst="rect">
            <a:avLst/>
          </a:prstGeom>
          <a:noFill/>
        </p:spPr>
        <p:txBody>
          <a:bodyPr wrap="square" rtlCol="0">
            <a:spAutoFit/>
          </a:bodyPr>
          <a:lstStyle/>
          <a:p>
            <a:r>
              <a:rPr lang="en-US" sz="2800" b="1" dirty="0">
                <a:effectLst/>
              </a:rPr>
              <a:t>AI Generated Presentation</a:t>
            </a:r>
            <a:endParaRPr lang="en-US" sz="2800" dirty="0">
              <a:sym typeface="+mn-ea"/>
            </a:endParaRPr>
          </a:p>
        </p:txBody>
      </p:sp>
      <p:sp>
        <p:nvSpPr>
          <p:cNvPr id="4" name="正文内容1"/>
          <p:cNvSpPr txBox="1"/>
          <p:nvPr/>
        </p:nvSpPr>
        <p:spPr>
          <a:xfrm>
            <a:off x="304800" y="2321560"/>
            <a:ext cx="4064000" cy="1014730"/>
          </a:xfrm>
          <a:prstGeom prst="rect">
            <a:avLst/>
          </a:prstGeom>
          <a:noFill/>
        </p:spPr>
        <p:txBody>
          <a:bodyPr wrap="square" rtlCol="0">
            <a:spAutoFit/>
          </a:bodyPr>
          <a:lstStyle/>
          <a:p>
            <a:r>
              <a:rPr lang="en-US" altLang="zh-CN" sz="1200" b="1" dirty="0">
                <a:effectLst/>
              </a:rPr>
              <a:t>AI Generation</a:t>
            </a:r>
            <a:r>
              <a:rPr lang="zh-CN" altLang="en-US" sz="1200" b="1" dirty="0">
                <a:effectLst/>
              </a:rPr>
              <a:t>：</a:t>
            </a:r>
            <a:r>
              <a:rPr lang="en-US" altLang="zh-CN" sz="1200" dirty="0">
                <a:effectLst/>
              </a:rPr>
              <a:t>Break free from traditional presentation creation—AI generates your presentation in one click, unlocking a new way to build slides. Presenti AI helps you easily craft stunning, professional presentations. Start for free and explore the endless possibilities of AI!</a:t>
            </a:r>
            <a:endParaRPr lang="en-US" altLang="zh-CN" sz="1200" dirty="0">
              <a:effectLst/>
            </a:endParaRPr>
          </a:p>
        </p:txBody>
      </p:sp>
      <p:pic>
        <p:nvPicPr>
          <p:cNvPr id="11" name="图片 10"/>
          <p:cNvPicPr>
            <a:picLocks noChangeAspect="1"/>
          </p:cNvPicPr>
          <p:nvPr/>
        </p:nvPicPr>
        <p:blipFill>
          <a:blip r:embed="rId1"/>
          <a:stretch>
            <a:fillRect/>
          </a:stretch>
        </p:blipFill>
        <p:spPr>
          <a:xfrm>
            <a:off x="439420" y="3429000"/>
            <a:ext cx="3169285" cy="3250565"/>
          </a:xfrm>
          <a:prstGeom prst="rect">
            <a:avLst/>
          </a:prstGeom>
        </p:spPr>
      </p:pic>
      <p:sp>
        <p:nvSpPr>
          <p:cNvPr id="8" name="副标题2"/>
          <p:cNvSpPr txBox="1"/>
          <p:nvPr/>
        </p:nvSpPr>
        <p:spPr>
          <a:xfrm>
            <a:off x="4984750" y="4128135"/>
            <a:ext cx="3277235" cy="1243965"/>
          </a:xfrm>
          <a:prstGeom prst="rect">
            <a:avLst/>
          </a:prstGeom>
          <a:noFill/>
        </p:spPr>
        <p:txBody>
          <a:bodyPr wrap="square" rtlCol="0">
            <a:noAutofit/>
          </a:bodyPr>
          <a:lstStyle/>
          <a:p>
            <a:r>
              <a:rPr lang="en-US" altLang="zh-CN" sz="2800" b="1" dirty="0">
                <a:sym typeface="+mn-ea"/>
              </a:rPr>
              <a:t>Generate Presentations from Imported Files</a:t>
            </a:r>
            <a:endParaRPr lang="en-US" altLang="zh-CN" sz="2800" b="1" dirty="0">
              <a:sym typeface="+mn-ea"/>
            </a:endParaRPr>
          </a:p>
        </p:txBody>
      </p:sp>
      <p:sp>
        <p:nvSpPr>
          <p:cNvPr id="5" name="正文内容2"/>
          <p:cNvSpPr txBox="1"/>
          <p:nvPr/>
        </p:nvSpPr>
        <p:spPr>
          <a:xfrm>
            <a:off x="4911968" y="5371783"/>
            <a:ext cx="3625850" cy="1383665"/>
          </a:xfrm>
          <a:prstGeom prst="rect">
            <a:avLst/>
          </a:prstGeom>
          <a:noFill/>
        </p:spPr>
        <p:txBody>
          <a:bodyPr wrap="square" rtlCol="0">
            <a:spAutoFit/>
          </a:bodyPr>
          <a:lstStyle/>
          <a:p>
            <a:pPr indent="0" algn="l"/>
            <a:r>
              <a:rPr lang="en-US" altLang="zh-CN" sz="1200" dirty="0"/>
              <a:t>Import your files to create a presentation: Upload a file, and Presenti AI will automatically extract key content to generate a polished presentation. Say goodbye to tedious formatting and make your slides stand out. We support multiple file formats, including Word, PDF, TXT, and Markdown, to meet all your needs.</a:t>
            </a:r>
            <a:endParaRPr lang="en-US" altLang="zh-CN" sz="1200" dirty="0"/>
          </a:p>
        </p:txBody>
      </p:sp>
      <p:pic>
        <p:nvPicPr>
          <p:cNvPr id="13" name="图片 12"/>
          <p:cNvPicPr>
            <a:picLocks noChangeAspect="1"/>
          </p:cNvPicPr>
          <p:nvPr/>
        </p:nvPicPr>
        <p:blipFill>
          <a:blip r:embed="rId2"/>
          <a:stretch>
            <a:fillRect/>
          </a:stretch>
        </p:blipFill>
        <p:spPr>
          <a:xfrm>
            <a:off x="4984750" y="1887220"/>
            <a:ext cx="3204210" cy="2171700"/>
          </a:xfrm>
          <a:prstGeom prst="rect">
            <a:avLst/>
          </a:prstGeom>
        </p:spPr>
      </p:pic>
      <p:sp>
        <p:nvSpPr>
          <p:cNvPr id="9" name="副标题3"/>
          <p:cNvSpPr txBox="1"/>
          <p:nvPr/>
        </p:nvSpPr>
        <p:spPr>
          <a:xfrm>
            <a:off x="8980805" y="1952563"/>
            <a:ext cx="3381375" cy="1383665"/>
          </a:xfrm>
          <a:prstGeom prst="rect">
            <a:avLst/>
          </a:prstGeom>
          <a:noFill/>
        </p:spPr>
        <p:txBody>
          <a:bodyPr wrap="square" rtlCol="0">
            <a:spAutoFit/>
          </a:bodyPr>
          <a:lstStyle/>
          <a:p>
            <a:r>
              <a:rPr lang="en-US" altLang="zh-CN" sz="2800" b="1" dirty="0">
                <a:sym typeface="+mn-ea"/>
              </a:rPr>
              <a:t>Customize Presentation Templates</a:t>
            </a:r>
            <a:endParaRPr lang="en-US" altLang="zh-CN" sz="2800" b="1" dirty="0">
              <a:sym typeface="+mn-ea"/>
            </a:endParaRPr>
          </a:p>
        </p:txBody>
      </p:sp>
      <p:sp>
        <p:nvSpPr>
          <p:cNvPr id="6" name="正文内容3"/>
          <p:cNvSpPr txBox="1"/>
          <p:nvPr/>
        </p:nvSpPr>
        <p:spPr>
          <a:xfrm>
            <a:off x="8841740" y="3446145"/>
            <a:ext cx="3240405" cy="1198880"/>
          </a:xfrm>
          <a:prstGeom prst="rect">
            <a:avLst/>
          </a:prstGeom>
          <a:noFill/>
        </p:spPr>
        <p:txBody>
          <a:bodyPr wrap="square" rtlCol="0">
            <a:spAutoFit/>
          </a:bodyPr>
          <a:lstStyle/>
          <a:p>
            <a:pPr indent="0" algn="l"/>
            <a:r>
              <a:rPr lang="en-US" altLang="zh-CN" sz="1200" dirty="0">
                <a:effectLst/>
              </a:rPr>
              <a:t>Customize your template: Set your own template theme, colors, fonts, assets, and logo to create a personalized template. Use it directly when generating presentations with AI—giving you total freedom to build slides that fit your style.</a:t>
            </a:r>
            <a:endParaRPr lang="en-US" altLang="zh-CN" sz="1200" dirty="0">
              <a:effectLst/>
            </a:endParaRPr>
          </a:p>
        </p:txBody>
      </p:sp>
      <p:pic>
        <p:nvPicPr>
          <p:cNvPr id="14" name="图片 13"/>
          <p:cNvPicPr>
            <a:picLocks noChangeAspect="1"/>
          </p:cNvPicPr>
          <p:nvPr/>
        </p:nvPicPr>
        <p:blipFill>
          <a:blip r:embed="rId3"/>
          <a:stretch>
            <a:fillRect/>
          </a:stretch>
        </p:blipFill>
        <p:spPr>
          <a:xfrm>
            <a:off x="8841740" y="4791710"/>
            <a:ext cx="2903855" cy="1441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542" y="135823"/>
            <a:ext cx="10515600" cy="1325563"/>
          </a:xfrm>
        </p:spPr>
        <p:txBody>
          <a:bodyPr/>
          <a:lstStyle/>
          <a:p>
            <a:r>
              <a:rPr lang="en-US" altLang="zh-CN"/>
              <a:t>What We Provide</a:t>
            </a:r>
            <a:endParaRPr lang="en-US" altLang="zh-CN"/>
          </a:p>
        </p:txBody>
      </p:sp>
      <p:sp>
        <p:nvSpPr>
          <p:cNvPr id="8" name="文本框 7"/>
          <p:cNvSpPr txBox="1"/>
          <p:nvPr/>
        </p:nvSpPr>
        <p:spPr>
          <a:xfrm>
            <a:off x="1569085" y="1316990"/>
            <a:ext cx="8810625" cy="829945"/>
          </a:xfrm>
          <a:prstGeom prst="rect">
            <a:avLst/>
          </a:prstGeom>
        </p:spPr>
        <p:txBody>
          <a:bodyPr wrap="square">
            <a:spAutoFit/>
          </a:bodyPr>
          <a:p>
            <a:pPr marL="285750" indent="-285750">
              <a:buFont typeface="Arial" panose="020B0604020202020204" pitchFamily="34" charset="0"/>
              <a:buChar char="•"/>
            </a:pPr>
            <a:r>
              <a:rPr lang="en-US" altLang="zh-CN" sz="1600"/>
              <a:t>Structured Outline Analysis​: Let AI automatically generate your presentation outline—with dynamic analysis, plus the flexibility to edit and customize it as you like. Presenti AI saves you significant time, so you can focus on crafting great content. Start your creation journey for free!</a:t>
            </a:r>
            <a:endParaRPr lang="en-US" altLang="zh-CN" sz="1600"/>
          </a:p>
        </p:txBody>
      </p:sp>
      <p:sp>
        <p:nvSpPr>
          <p:cNvPr id="9" name="文本框 8"/>
          <p:cNvSpPr txBox="1"/>
          <p:nvPr/>
        </p:nvSpPr>
        <p:spPr>
          <a:xfrm>
            <a:off x="1569085" y="2444115"/>
            <a:ext cx="8568055" cy="1076325"/>
          </a:xfrm>
          <a:prstGeom prst="rect">
            <a:avLst/>
          </a:prstGeom>
        </p:spPr>
        <p:txBody>
          <a:bodyPr wrap="square">
            <a:spAutoFit/>
          </a:bodyPr>
          <a:p>
            <a:pPr marL="285750" indent="-285750">
              <a:buFont typeface="Arial" panose="020B0604020202020204" pitchFamily="34" charset="0"/>
              <a:buChar char="•"/>
            </a:pPr>
            <a:r>
              <a:rPr lang="en-US" altLang="zh-CN" sz="1600"/>
              <a:t>Smart Formatting &amp; AI Rewriting​: Say goodbye to manual formatting: Presenti AI handles layout automatically. It comes with multiple preset color schemes covering styles like business, education, and technology. AI also polishes your presentation—fixing grammar errors and refining sentence structure for better flow.</a:t>
            </a:r>
            <a:endParaRPr lang="en-US" altLang="zh-CN" sz="1600"/>
          </a:p>
        </p:txBody>
      </p:sp>
      <p:sp>
        <p:nvSpPr>
          <p:cNvPr id="10" name="文本框 9"/>
          <p:cNvSpPr txBox="1"/>
          <p:nvPr/>
        </p:nvSpPr>
        <p:spPr>
          <a:xfrm>
            <a:off x="1642110" y="4224020"/>
            <a:ext cx="8907780" cy="1076325"/>
          </a:xfrm>
          <a:prstGeom prst="rect">
            <a:avLst/>
          </a:prstGeom>
        </p:spPr>
        <p:txBody>
          <a:bodyPr wrap="square">
            <a:spAutoFit/>
          </a:bodyPr>
          <a:p>
            <a:pPr marL="285750" indent="-285750">
              <a:buFont typeface="Arial" panose="020B0604020202020204" pitchFamily="34" charset="0"/>
              <a:buChar char="•"/>
            </a:pPr>
            <a:r>
              <a:rPr lang="en-US" altLang="zh-CN" sz="1600"/>
              <a:t>Vast Library of Premium Templates​: Choose from a huge collection of high-quality templates, plus various themes and scenarios to match all your needs. Easily replace existing content into any template—no manual format or layout adjustments required. AI makes building presentations simpler than ever.</a:t>
            </a:r>
            <a:endParaRPr lang="en-US" altLang="zh-CN"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69055" y="2999740"/>
            <a:ext cx="5713730" cy="1072515"/>
          </a:xfrm>
        </p:spPr>
        <p:txBody>
          <a:bodyPr>
            <a:normAutofit/>
          </a:bodyPr>
          <a:lstStyle/>
          <a:p>
            <a:pPr marL="0" indent="0">
              <a:buNone/>
            </a:pPr>
            <a:r>
              <a:rPr lang="en-US" altLang="zh-CN"/>
              <a:t>Chapter 3: About Presenti AI Team</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542" y="135823"/>
            <a:ext cx="10515600" cy="1325563"/>
          </a:xfrm>
        </p:spPr>
        <p:txBody>
          <a:bodyPr/>
          <a:lstStyle/>
          <a:p>
            <a:r>
              <a:rPr lang="en-US" altLang="zh-CN" dirty="0"/>
              <a:t>About Presenti AI Team</a:t>
            </a:r>
            <a:endParaRPr lang="zh-CN" altLang="en-US" dirty="0"/>
          </a:p>
        </p:txBody>
      </p:sp>
      <p:sp>
        <p:nvSpPr>
          <p:cNvPr id="3" name="文本框 2"/>
          <p:cNvSpPr txBox="1"/>
          <p:nvPr/>
        </p:nvSpPr>
        <p:spPr>
          <a:xfrm>
            <a:off x="1378585" y="2205355"/>
            <a:ext cx="7637780" cy="1383665"/>
          </a:xfrm>
          <a:prstGeom prst="rect">
            <a:avLst/>
          </a:prstGeom>
        </p:spPr>
        <p:txBody>
          <a:bodyPr wrap="square">
            <a:spAutoFit/>
          </a:bodyPr>
          <a:p>
            <a:pPr marL="228600" indent="-228600" algn="l">
              <a:spcBef>
                <a:spcPct val="0"/>
              </a:spcBef>
              <a:spcAft>
                <a:spcPct val="0"/>
              </a:spcAft>
              <a:buFont typeface="+mj-lt"/>
              <a:buAutoNum type="arabicPeriod"/>
            </a:pPr>
            <a:r>
              <a:rPr lang="en-US" altLang="zh-CN" sz="1200" b="0" i="0">
                <a:solidFill>
                  <a:srgbClr val="000000"/>
                </a:solidFill>
                <a:ea typeface="+mn-lt"/>
              </a:rPr>
              <a:t>About the Presenti AI Team​: The Presenti team brings over a decade of experience in the collaborative office space, with a proven track record of successful client implementations. We hold strong expertise in graphic design algorithms (for creative visualization) and real-time collaboration technology—skills that power our flagship product, Presenti AI.​</a:t>
            </a:r>
            <a:endParaRPr lang="en-US" altLang="zh-CN" sz="1200" b="0" i="0">
              <a:solidFill>
                <a:srgbClr val="000000"/>
              </a:solidFill>
              <a:ea typeface="+mn-lt"/>
            </a:endParaRPr>
          </a:p>
          <a:p>
            <a:pPr marL="228600" indent="-228600" algn="l">
              <a:spcBef>
                <a:spcPct val="0"/>
              </a:spcBef>
              <a:spcAft>
                <a:spcPct val="0"/>
              </a:spcAft>
              <a:buFont typeface="+mj-lt"/>
              <a:buAutoNum type="arabicPeriod"/>
            </a:pPr>
            <a:r>
              <a:rPr lang="en-US" altLang="zh-CN" sz="1200" b="0" i="0">
                <a:solidFill>
                  <a:srgbClr val="000000"/>
                </a:solidFill>
                <a:ea typeface="+mn-lt"/>
              </a:rPr>
              <a:t>Our Goal​: We are committed to investing in ongoing R&amp;D and market expansion for Presenti AI. Our mission is to help individuals and enterprises build more efficient, innovative, and secure ways of creating and collaborating on presentations.</a:t>
            </a:r>
            <a:endParaRPr lang="en-US" altLang="zh-CN" sz="1200" b="0" i="0">
              <a:solidFill>
                <a:srgbClr val="000000"/>
              </a:solidFill>
              <a:ea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3856" y="2981200"/>
            <a:ext cx="4987248" cy="1072668"/>
          </a:xfrm>
        </p:spPr>
        <p:txBody>
          <a:bodyPr>
            <a:normAutofit/>
          </a:bodyPr>
          <a:lstStyle/>
          <a:p>
            <a:pPr marL="0" indent="0">
              <a:buNone/>
            </a:pPr>
            <a:r>
              <a:rPr lang="en-US" altLang="zh-CN" sz="4000" dirty="0"/>
              <a:t>Thank You!</a:t>
            </a:r>
            <a:endParaRPr lang="en-US" altLang="zh-CN" sz="4000" dirty="0"/>
          </a:p>
        </p:txBody>
      </p:sp>
    </p:spTree>
  </p:cSld>
  <p:clrMapOvr>
    <a:masterClrMapping/>
  </p:clrMapOvr>
</p:sld>
</file>

<file path=ppt/tags/tag1.xml><?xml version="1.0" encoding="utf-8"?>
<p:tagLst xmlns:p="http://schemas.openxmlformats.org/presentationml/2006/main">
  <p:tag name="TABLE_ENDDRAG_ORIGIN_RECT" val="488*171"/>
  <p:tag name="TABLE_ENDDRAG_RECT" val="445*161*488*1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3342</Words>
  <Application>WPS 演示</Application>
  <PresentationFormat>宽屏</PresentationFormat>
  <Paragraphs>66</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宋体</vt:lpstr>
      <vt:lpstr>Wingdings</vt:lpstr>
      <vt:lpstr>等线 Light</vt:lpstr>
      <vt:lpstr>等线</vt:lpstr>
      <vt:lpstr>微软雅黑</vt:lpstr>
      <vt:lpstr>Arial Unicode MS</vt:lpstr>
      <vt:lpstr>Calibri</vt:lpstr>
      <vt:lpstr>Office 主题​​</vt:lpstr>
      <vt:lpstr>Presenti AI - Smart Presentation</vt:lpstr>
      <vt:lpstr>Content</vt:lpstr>
      <vt:lpstr>PowerPoint 演示文稿</vt:lpstr>
      <vt:lpstr>Product Introduction</vt:lpstr>
      <vt:lpstr>PowerPoint 演示文稿</vt:lpstr>
      <vt:lpstr>What We Can Do</vt:lpstr>
      <vt:lpstr>What We Provide</vt:lpstr>
      <vt:lpstr>PowerPoint 演示文稿</vt:lpstr>
      <vt:lpstr>About Presenti AI Team</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boardmixwxxcx@163.com</dc:creator>
  <cp:lastModifiedBy>Frida</cp:lastModifiedBy>
  <cp:revision>17</cp:revision>
  <dcterms:created xsi:type="dcterms:W3CDTF">2025-03-18T03:44:00Z</dcterms:created>
  <dcterms:modified xsi:type="dcterms:W3CDTF">2025-09-01T07:15:15Z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D0E98F604D4D4B6883EDD66A867ADA8C_12</vt:lpwstr>
  </property>
  <property fmtid="{D5CDD505-2E9C-101B-9397-08002B2CF9AE}" pid="3" name="KSOProductBuildVer">
    <vt:lpwstr>2052-12.1.0.22529</vt:lpwstr>
  </property>
</Properties>
</file>